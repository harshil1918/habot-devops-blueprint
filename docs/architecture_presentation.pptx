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69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myself and state the goal: a secure, mistake-proofed staging blueprint that fixes the reported incident.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three failures, then pivot to the fix strategy that the next slides implement.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agenda. Each task maps directly to one of the three incident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Emphasise that raw and trusted data are physically separated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main.tf briefly on screen. Point out uniform access and CMEK as the concrete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controls together mean an insider mistake cannot leak data or over-reach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fail-open versus fail-closed. Our default is refusal, which is the safe default.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single happy path. No human can wave a broken build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Screen-share the actual red run here. Have the terminal output ready as a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spreadsheet deliverable. Note wrap text and no abbreviations, per the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back to incident failure 2: the serializer is what stops schema drift at the door.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rule is a pure function; same input always gives same Yes/No. That is the Poka-Yoke.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Summarise how the three tasks jointly guarantee end-to-end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MANDATORY: replace this with the real Values and Leadership Principles from the PDFs before submitting.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confidently, invite questions, and be ready to screen-share the code and the red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1440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Secure Deployment &amp; Automation Blueprint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Cloud &amp; DevOps Engineer Hiring Project  ·  Google Cloud Platform / Django / React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Candidate: </a:t>
            </a:r>
            <a:r>
              <a:rPr lang="en-US" sz="14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Harshil</a:t>
            </a:r>
            <a:r>
              <a:rPr lang="en-US" sz="14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Parmar</a:t>
            </a:r>
            <a:r>
              <a:rPr lang="en-US" sz="14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</a:t>
            </a:r>
            <a:r>
              <a:rPr lang="en-US" sz="14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harshilparmar1907@gmail,com| +91 9824624715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HabotConnect FZCO  ·  Full Time · 100% Remote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Incident We Must Restore From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developer bypassed the security guidelines on the staging branch.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836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Leaked credentials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40864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Unencrypted API credentials were committed in raw application code, exposing a live secret in version control.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73736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80560" y="18836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Schema mismatch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340864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payload field drifted from the agreed schema, breaking the downstream BigQuery analytics sink.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0" y="18836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No safety net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2340864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automatically blocked the bad commit. The pipeline relied on human review, which failed.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31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the system trusted human memory instead of enforcing the rules automatically.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exposed secret, broken analytics, and no audit trail of what blocked deployment.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strategy: encrypt and vault every secret, enforce schema at the boundary, and make the pipeline fail closed.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Three Tasks to Restore System Integrity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7373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ADCF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737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secure staging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1719072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the D0 raw-landing bucket and D1 staged dataset with strict Identity and Access Management and Row-Level Security.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ADCF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29718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Poka-Yoke build gate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953512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fail-closed pipeline that halts and quarantines any commit with formatting errors or hardcoded secrets.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20624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06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ADCF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42062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mapping and DCYN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4187952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Deconstruct the onboarding payload into a binary Yes/No library and enforce exact field limits in Django.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Architecture and Data Flow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landing pattern: untrusted raw data is never queried directly.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4F7FE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4871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client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26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onboarding form submits JavaScript Object Notation.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26080" y="23774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4F7FE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24871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926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Serializer enforces exact limits. Fail closed on any violation.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303520" y="23774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0" y="24871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 raw landing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2926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 bucket. Encrypted, versioned, private.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80960" y="23774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4F7FE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24871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2926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records stream with typed attributes.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058400" y="2377440"/>
            <a:ext cx="155448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0" y="24871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BigQuery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0" y="29260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Staged, enforced, Row-Level Security.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60320" y="2880360"/>
            <a:ext cx="365760" cy="32004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20" name="Shape 18"/>
          <p:cNvSpPr/>
          <p:nvPr/>
        </p:nvSpPr>
        <p:spPr>
          <a:xfrm>
            <a:off x="4937760" y="2880360"/>
            <a:ext cx="365760" cy="32004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0" y="2880360"/>
            <a:ext cx="365760" cy="32004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9692640" y="2880360"/>
            <a:ext cx="365760" cy="32004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 holds every credential. No secret ever lives in code or Terraform state.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66344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 accepts writes only from one least-privilege service account, scoped to the incoming/ prefix.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to D1 happens only after schema validation, so analytics never sees a malformed row.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Task 1 · Infrastructure as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Terraform provisions the whole staging tier reproducibly.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836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D0 · Raw landing bucket (Cloud Storage)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40864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bucket-level access, public access prevention enforced, object versioning on, customer-managed encryption key, and a thirty-day lifecycle expiry so untrusted data never lingers.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210312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0" y="18836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· Staged dataset (BigQuery)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340864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encryption, sixty-day table expiry, group-based access only, and an enforced JavaScript Object Notation schema for the student_onboarding table.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023360"/>
            <a:ext cx="11064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resource name uses one validated prefix variable, so naming is consistent and collision-free.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are typed and validated, for example the prefix must match a strict lowercase pattern.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hardcoded values in logic: thresholds and identities are variables, documented in variables.tf.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Task 1 · Identity, Access and Encryption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enforced by IAM Conditions, not by trust.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929384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account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8658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dedicated service account for ingestion. It can create objects only, never read or delete.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78308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55080" y="1929384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Condition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238658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grant is scoped by a Common Expression Language condition to the incoming/ prefix only.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31520" y="3666744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12394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BigQuery row access policy restricts analysts to rows for their own region group.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72200" y="352044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55080" y="3666744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412394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leaked key is replaced by a vaulted secret; only the ingestion account may read it.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Task 2 · The Poka-Yoke Build Gate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by default. A commit deploys only if every gate passes.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8288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secret scan (custom script)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651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Gitleaks deep secret scan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4747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34747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format check and Flake8 lint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976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format check and validate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1828800"/>
            <a:ext cx="3657600" cy="3017520"/>
          </a:xfrm>
          <a:prstGeom prst="roundRect">
            <a:avLst>
              <a:gd name="adj" fmla="val 3030"/>
            </a:avLst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92440" y="1965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 gate fails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246888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halts immediately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is blocked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job records the commit and its author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must fix and re-push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Task 2 · Fail-Closed Logic 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37744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F4F7FE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pushed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34640" y="237744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F4F7FE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3464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run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377440" y="2697480"/>
            <a:ext cx="365760" cy="32004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8" name="Shape 6"/>
          <p:cNvSpPr/>
          <p:nvPr/>
        </p:nvSpPr>
        <p:spPr>
          <a:xfrm>
            <a:off x="4663440" y="2697480"/>
            <a:ext cx="365760" cy="32004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5120640" y="237744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640" y="23774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949440" y="2148840"/>
            <a:ext cx="457200" cy="274320"/>
          </a:xfrm>
          <a:prstGeom prst="rightArrow">
            <a:avLst/>
          </a:prstGeom>
          <a:solidFill>
            <a:srgbClr val="2E7D32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0" y="1737360"/>
            <a:ext cx="4023360" cy="868680"/>
          </a:xfrm>
          <a:prstGeom prst="roundRect">
            <a:avLst>
              <a:gd name="adj" fmla="val 10526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0" y="17373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→ deploy to staging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3291840"/>
            <a:ext cx="457200" cy="274320"/>
          </a:xfrm>
          <a:prstGeom prst="rightArrow">
            <a:avLst/>
          </a:prstGeom>
          <a:solidFill>
            <a:srgbClr val="C62828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0" y="301752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FBEAEA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0" y="301752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→ halt, block deploy, quarantine commit, notify author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can only reach deployment through the single all-pass path. There is no manual override.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Task 2 · Live Fail-Closed Demonstration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Pushing sample_bad_commit.py must turn the pipeline red.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766560" cy="4206240"/>
          </a:xfrm>
          <a:prstGeom prst="roundRect">
            <a:avLst>
              <a:gd name="adj" fmla="val 2174"/>
            </a:avLst>
          </a:prstGeom>
          <a:solidFill>
            <a:srgbClr val="F4F7FE"/>
          </a:solidFill>
          <a:ln w="25400">
            <a:solidFill>
              <a:srgbClr val="C62828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731520" y="310896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PASTE SCREENSHOT HERE ]</a:t>
            </a:r>
            <a:endParaRPr lang="en-US" sz="1500" dirty="0"/>
          </a:p>
          <a:p>
            <a:pPr marL="0" indent="0" algn="ctr">
              <a:buNone/>
            </a:pP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Red, failed GitHub Actions run showing the secret-scan gate blocking the commit.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498080" y="1737360"/>
            <a:ext cx="4114800" cy="4206240"/>
          </a:xfrm>
          <a:prstGeom prst="roundRect">
            <a:avLst>
              <a:gd name="adj" fmla="val 2222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680960" y="188366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screenshot proves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2340864"/>
            <a:ext cx="3749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bad commit was detected automatically.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The job exited non-zero and stopped.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Deployment never started.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quarantine step logged the commit and author.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proof from scan_secrets.sh is included as a backup in the repository.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Task 3 · Schema Mapping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field: source, type, validation limit, and destination.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Serializer 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limit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 column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student_id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RegexField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STU-YYYY-NNNNN pattern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student_id (STRING)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4 and 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(INTEGER)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guardian_email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email, max 254 chars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guardian_email (STRING)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hours_requested_per_week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1 and 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hours_requested_per_week (INTEGER)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region_owner_group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RegexField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region-xx pattern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B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region_owner_group (STRING)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mapping and the DCYN rule library ship as docs/schema_mapping.xlsx with Wrap Text enabled and full forms only.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Task 3 · Serializer Enforcement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happens at the boundary, before storage or streaming.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836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limits, zero judgement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40864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declares a precise constraint: regular-expression patterns, minimum and maximum values, closed choice sets, and a mandatory consent check. A non-conforming payload is rejected with a specific error.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0" y="18836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Defence in depth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340864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Django model repeats the same limits as database check constraints, so the rule holds even if a record is created outside the serializer path.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93192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student_id must match STU-YYYY-NNNNN exactly, or the request is refused.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and hours are bounded integers; guardian_email must be a valid address.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directly prevents the schema mismatch that broke downstream 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Task 3 · DCYN Yes/No Library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 replace human judgement in onboarding.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83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is_age_eligible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7830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between 4 and 18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7830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is_consent_present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915400" y="17830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signature is non-empty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6517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has_existing_support_plan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651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Support-plan flag is True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265176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9360" y="26517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is_guardian_contactable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6517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Guardian email is well formed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520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are_hours_within_policy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35204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hours between 1 and 40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5204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35204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is_region_assigned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35204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group is set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57200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2E7D3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AUTO_APPROVABLE = Yes only when every rule returns Yes. No human tie-breaker required.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7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Data Pipeline Integrity: No Loss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records reach BigQuery with their types intact.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serializer-validated records are published to Pub/Sub, so malformed data never enters the stream.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message attributes carry student_identifier and region_owner_group for routing and Row-Level Security.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BigQuery table schema is fixed in Terraform, so the streaming sink and the source stay aligned.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and dataset expiry plus versioning give a recoverable trail without unbounded storage growth.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4F7FE"/>
          </a:solidFill>
          <a:ln w="12700">
            <a:solidFill>
              <a:srgbClr val="CADCFC"/>
            </a:solidFill>
            <a:prstDash val="solid"/>
          </a:ln>
          <a:effectLst>
            <a:outerShdw blurRad="76200" dist="25400" dir="5400000" algn="bl" rotWithShape="0">
              <a:srgbClr val="9FB3E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480974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266944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class of failure from the incident, a schema mismatch reaching analytics, becomes impossible because alignment is enforced in code, not maintained by hand.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Alignment with HabotConnect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325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and Leadership Principles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972800" cy="3931920"/>
          </a:xfrm>
          <a:prstGeom prst="roundRect">
            <a:avLst>
              <a:gd name="adj" fmla="val 2326"/>
            </a:avLst>
          </a:prstGeom>
          <a:solidFill>
            <a:srgbClr val="27306E"/>
          </a:solidFill>
          <a:ln w="12700">
            <a:solidFill>
              <a:srgbClr val="CADCFC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10424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FILL FROM THE TWO PDFs HR SENT ]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with 3 to 4 of HabotConnect's actual Values and Leadership Principles, and one line each on how this project demonstrates it. For example: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Mistake-proofing (Poka-Yoke)  →  the fail-closed gate blocks bad commits automatically.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Accountability / Quiet Management  →  every file is documented and reproducible without supervision.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Data integrity  →  encryption, Least Privilege, and schema enforcement throughout.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Blueprint Delivered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Terraform provisions D0 and D1 securely with IAM Conditions, Row-Level Security, and customer-managed encryption.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A fail-closed GitHub Actions gate detects secrets and format errors, then quarantines the commit.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A Django serializer with exact limits and a deterministic DCYN Yes/No library remove human judgement.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habot-devops-blueprint  ·  [YOUR GITHUB REPO LINK]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5303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Harshil</a:t>
            </a:r>
            <a:r>
              <a:rPr lang="en-US" sz="14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Parmar</a:t>
            </a:r>
            <a:r>
              <a:rPr lang="en-US" sz="14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</a:t>
            </a:r>
            <a:r>
              <a:rPr lang="en-US" sz="14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harshilparmar1907@gmail,com| +91 9824624715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5943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FB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I welcome your questions.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1622</Words>
  <Application>Microsoft Office PowerPoint</Application>
  <PresentationFormat>Widescreen</PresentationFormat>
  <Paragraphs>202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HARSHIL PARMAR</cp:lastModifiedBy>
  <cp:revision>2</cp:revision>
  <dcterms:created xsi:type="dcterms:W3CDTF">2026-09-10T17:28:31Z</dcterms:created>
  <dcterms:modified xsi:type="dcterms:W3CDTF">2026-09-10T17:49:15Z</dcterms:modified>
</cp:coreProperties>
</file>