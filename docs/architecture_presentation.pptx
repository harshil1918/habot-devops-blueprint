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9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myself and state the goal: a secure, mistake-proofed staging blueprint that fixes the reported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three failures, then pivot to the fix strategy that the next slides implement.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agenda. Each task maps directly to one of the three incident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that raw and trusted data are physically separated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main.tf briefly on screen. Point out uniform access and CMEK as the concrete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controls together mean an insider mistake cannot leak data or over-reach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fail-open versus fail-closed. Our default is refusal, which is the safe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single happy path. No human can wave a broken build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Screen-share the actual red run here. Have the terminal output ready as a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spreadsheet deliverable. Note wrap text and no abbreviations, per the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incident failure 2: the serializer is what stops schema drift at the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rule is a pure function; same input always gives same Yes/No. That is the Poka-Yoke.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how the three tasks jointly guarantee end-to-end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MANDATORY: replace this with the real Values and Leadership Principles from the PDFs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confidently, invite questions, and be ready to screen-share the code and the red pipeline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Secure Deployment &amp; Automation Blueprint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Cloud &amp; DevOps Engineer Hiring Project  ·  Google Cloud Platform / Django / React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</a:t>
            </a:r>
            <a:r>
              <a:rPr lang="en-US" sz="14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Harshil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Parmar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harshilparmar1907@gmail,com| +91 9824624715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FZCO  ·  Full Time · 100% Remote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Incident We Must Restore From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developer bypassed the security guidelines on the staging branch.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836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Leaked credentials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40864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API credentials were committed in raw application code, exposing a live secret in version control.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80560" y="18836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Schema mismatch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340864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payload field drifted from the agreed schema, breaking the downstream BigQuery analytics sink.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0" y="18836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No safety net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340864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automatically blocked the bad commit. The pipeline relied on human review, which failed.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the system trusted human memory instead of enforcing the rules automatically.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exposed secret, broken analytics, and no audit trail of what blocked deployment.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strategy: encrypt and vault every secret, enforce schema at the boundary, and make the pipeline fail closed.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Tasks to Restore System Integrity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737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secure staging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719072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the D0 raw-landing bucket and D1 staged dataset with strict Identity and Access Management and Row-Level Security.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971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Poka-Yoke build gate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953512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fail-closed pipeline that halts and quarantines any commit with formatting errors or hardcoded secrets.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4206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mapping and DCYN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4187952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 the onboarding payload into a binary Yes/No library and enforce exact field limits in Django.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Architecture and Data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landing pattern: untrusted raw data is never queried directly.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onboarding form submits JavaScript Object Notation.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0" y="23774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 enforces exact limits. Fail closed on any violation.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0" y="23774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raw landing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bucket. Encrypted, versioned, private.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80960" y="23774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records stream with typed attributes.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0" y="23774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0" y="24871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BigQuery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Staged, enforced, Row-Level Security.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2880360"/>
            <a:ext cx="365760" cy="3200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880360"/>
            <a:ext cx="365760" cy="3200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2880360"/>
            <a:ext cx="365760" cy="3200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0" y="2880360"/>
            <a:ext cx="365760" cy="3200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 holds every credential. No secret ever lives in code or Terraform state.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accepts writes only from one least-privilege service account, scoped to the incoming/ prefix.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to D1 happens only after schema validation, so analytics never sees a malformed row.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1 · Infrastructure as Code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Terraform provisions the whole staging tier reproducibly.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836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· Raw landing bucket (Cloud Storage)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40864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bucket-level access, public access prevention enforced, object versioning on, customer-managed encryption key, and a thirty-day lifecycle expiry so untrusted data never lingers.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18836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Staged dataset (BigQuery)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340864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encryption, sixty-day table expiry, group-based access only, and an enforced JavaScript Object Notation schema for the student_onboarding table.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name uses one validated prefix variable, so naming is consistent and collision-free.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typed and validated, for example the prefix must match a strict lowercase pattern.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values in logic: thresholds and identities are variables, documented in variables.tf.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1 · Identity, Access and Encryption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enforced by IAM Conditions, not by trust.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554480"/>
          </a:xfrm>
          <a:prstGeom prst="roundRect">
            <a:avLst>
              <a:gd name="adj" fmla="val 5882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92938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account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8658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service account for ingestion. It can create objects only, never read or delete.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554480"/>
          </a:xfrm>
          <a:prstGeom prst="roundRect">
            <a:avLst>
              <a:gd name="adj" fmla="val 5882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55080" y="192938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Condition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38658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grant is scoped by a Common Expression Language condition to the incoming/ prefix only.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440680" cy="1554480"/>
          </a:xfrm>
          <a:prstGeom prst="roundRect">
            <a:avLst>
              <a:gd name="adj" fmla="val 5882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366674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2394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BigQuery row access policy restricts analysts to rows for their own region group.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520440"/>
            <a:ext cx="5440680" cy="1554480"/>
          </a:xfrm>
          <a:prstGeom prst="roundRect">
            <a:avLst>
              <a:gd name="adj" fmla="val 5882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55080" y="366674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12394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leaked key is replaced by a vaulted secret; only the ingestion account may read 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2 · The Poka-Yoke Build Gate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default. A commit deploys only if every gate passes.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 scan (custom script)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651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deep secret scan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3474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format check and Flake8 lint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97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format check and validate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9244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gate fails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4688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halts immediately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blocked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job records the commit and its author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must fix and re-push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2 · Fail-Closed Logic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4F7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pushed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34640" y="23774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4F7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3464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run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2697480"/>
            <a:ext cx="365760" cy="3200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2697480"/>
            <a:ext cx="365760" cy="3200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0" y="23774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2148840"/>
            <a:ext cx="457200" cy="274320"/>
          </a:xfrm>
          <a:prstGeom prst="rightArrow">
            <a:avLst/>
          </a:prstGeom>
          <a:solidFill>
            <a:srgbClr val="2E7D32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17373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17373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deploy to staging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3291840"/>
            <a:ext cx="457200" cy="274320"/>
          </a:xfrm>
          <a:prstGeom prst="rightArrow">
            <a:avLst/>
          </a:prstGeom>
          <a:solidFill>
            <a:srgbClr val="C62828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0" y="301752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30175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halt, block deploy, quarantine commit, notify author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can only reach deployment through the single all-pass path. There is no manual override.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2 · Live Fail-Closed Demonstration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sample_bad_commit.py must turn the pipeline 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4206240"/>
          </a:xfrm>
          <a:prstGeom prst="roundRect">
            <a:avLst>
              <a:gd name="adj" fmla="val 2174"/>
            </a:avLst>
          </a:prstGeom>
          <a:solidFill>
            <a:srgbClr val="F4F7FE"/>
          </a:solidFill>
          <a:ln w="25400">
            <a:solidFill>
              <a:srgbClr val="C6282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498080" y="173736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680960" y="18836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screenshot proves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340864"/>
            <a:ext cx="3749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bad commit was detected automatically.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job exited non-zero and stopped.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Deployment never started.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quarantine step logged the commit and author.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proof from scan_secrets.sh is included as a backup in the repository.</a:t>
            </a:r>
            <a:endParaRPr lang="en-US" sz="12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41" y="2168652"/>
            <a:ext cx="6517157" cy="3343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3 · Schema Mapping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field: source, type, validation limit, and destination.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Serializer 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limit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BigQuery 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STU-YYYY-NNNNN pattern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 (STRING)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4 and 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(INTEGER)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guardian_email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email, max 254 chars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guardian_email (STRING)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hours_requested_per_week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1 and 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hours_requested_per_week (INTEGER)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region_owner_group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region-xx pattern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region_owner_group (STRING)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mapping and the DCYN rule library ship as docs/schema_mapping.xlsx with Wrap Text enabled and full forms only.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3 · Serializer Enforcement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happens at the boundary, before storage or streaming.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836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limits, zero judgement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40864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declares a precise constraint: regular-expression patterns, minimum and maximum values, closed choice sets, and a mandatory consent check. A non-conforming payload is rejected with a specific error.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18836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340864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Django model repeats the same limits as database check constraints, so the rule holds even if a record is created outside the serializer path.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must match STU-YYYY-NNNNN exactly, or the request is refused.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hours are bounded integers; guardian_email must be a valid address.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prevents the schema mismatch that broke downstream analytics.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3 · DCYN Yes/No Library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replace human judgement in onboarding.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is_age_eligible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between 4 and 18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is_consent_present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signature is non-empty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651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has_existing_support_plan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Support-plan flag is True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65176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651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is_guardian_contactable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email is well formed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are_hours_within_policy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hours between 1 and 40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52044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is_region_assigned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group is set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AUTO_APPROVABLE = Yes only when every rule returns Yes. No human tie-breaker required.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Pipeline Integrity: No Loss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records reach BigQuery with their types intact.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serializer-validated records are published to Pub/Sub, so malformed data never enters the stream.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message attributes carry student_identifier and region_owner_group for routing and Row-Level Security.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BigQuery table schema is fixed in Terraform, so the streaming sink and the source stay aligned.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and dataset expiry plus versioning give a recoverable trail without unbounded storage growth.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FB3E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48097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6694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class of failure from the incident, a schema mismatch reaching analytics, becomes impossible because alignment is enforced in code, not maintained by hand.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Alignment with HabotConnect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and Leadership Principles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3931920"/>
          </a:xfrm>
          <a:prstGeom prst="roundRect">
            <a:avLst>
              <a:gd name="adj" fmla="val 2326"/>
            </a:avLst>
          </a:prstGeom>
          <a:solidFill>
            <a:srgbClr val="27306E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10424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FILL FROM THE TWO PDFs HR SENT ]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3 to 4 of HabotConnect's actual Values and Leadership Principles, and one line each on how this project demonstrates it. For example: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Mistake-proofing (Poka-Yoke)  →  the fail-closed gate blocks bad commits automatically.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Accountability / Quiet Management  →  every file is documented and reproducible without supervision.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 integrity  →  encryption, Least Privilege, and schema enforcement throughout.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Blueprint Delivered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Terraform provisions D0 and D1 securely with IAM Conditions, Row-Level Security, and customer-managed encryption.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A fail-closed GitHub Actions gate detects secrets and format errors, then quarantines the commit.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A Django serializer with exact limits and a deterministic DCYN Yes/No library remove human judgement.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habot-devops-blueprint  ·  [YOUR GITHUB REPO LINK]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Harshil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Parmar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harshilparmar1907@gmail,com| +91 9824624715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I welcome your questions.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1603</Words>
  <Application>Microsoft Office PowerPoint</Application>
  <PresentationFormat>Widescreen</PresentationFormat>
  <Paragraphs>199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HARSHIL PARMAR</cp:lastModifiedBy>
  <cp:revision>3</cp:revision>
  <dcterms:created xsi:type="dcterms:W3CDTF">2026-09-10T17:28:31Z</dcterms:created>
  <dcterms:modified xsi:type="dcterms:W3CDTF">2026-09-10T18:10:39Z</dcterms:modified>
</cp:coreProperties>
</file>